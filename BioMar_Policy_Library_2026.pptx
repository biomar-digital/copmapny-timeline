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8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0B5646-00BE-C953-136A-4A16A52A7B0C}" name="Olivia Andrews" initials="OA" userId="S::extolian@biomar.com::be0d2687-7eb5-44fa-81df-ace396f8103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41DF86-584D-4F5B-B54F-D15D8BCC380A}" v="118" dt="2026-04-15T11:59:10.2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Relationship Id="rId45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sign Hub" userId="02111a05-f43e-4d23-bab7-3dd7ecd6715a" providerId="ADAL" clId="{BCD2818F-01C6-4AA5-A3AE-DDBFA260FF8C}"/>
    <pc:docChg chg="undo custSel addSld delSld modSld">
      <pc:chgData name="Design Hub" userId="02111a05-f43e-4d23-bab7-3dd7ecd6715a" providerId="ADAL" clId="{BCD2818F-01C6-4AA5-A3AE-DDBFA260FF8C}" dt="2026-04-06T20:38:37.243" v="599" actId="20577"/>
      <pc:docMkLst>
        <pc:docMk/>
      </pc:docMkLst>
      <pc:sldChg chg="modSp mod">
        <pc:chgData name="Design Hub" userId="02111a05-f43e-4d23-bab7-3dd7ecd6715a" providerId="ADAL" clId="{BCD2818F-01C6-4AA5-A3AE-DDBFA260FF8C}" dt="2026-04-06T20:38:37.243" v="599" actId="20577"/>
        <pc:sldMkLst>
          <pc:docMk/>
          <pc:sldMk cId="1667492400" sldId="257"/>
        </pc:sldMkLst>
        <pc:spChg chg="mod">
          <ac:chgData name="Design Hub" userId="02111a05-f43e-4d23-bab7-3dd7ecd6715a" providerId="ADAL" clId="{BCD2818F-01C6-4AA5-A3AE-DDBFA260FF8C}" dt="2026-04-06T20:38:37.243" v="599" actId="20577"/>
          <ac:spMkLst>
            <pc:docMk/>
            <pc:sldMk cId="1667492400" sldId="257"/>
            <ac:spMk id="3" creationId="{37643261-489B-E007-7E74-62399DEC0BBC}"/>
          </ac:spMkLst>
        </pc:spChg>
      </pc:sldChg>
      <pc:sldChg chg="delSp modSp mod">
        <pc:chgData name="Design Hub" userId="02111a05-f43e-4d23-bab7-3dd7ecd6715a" providerId="ADAL" clId="{BCD2818F-01C6-4AA5-A3AE-DDBFA260FF8C}" dt="2026-04-06T20:26:59.929" v="276" actId="478"/>
        <pc:sldMkLst>
          <pc:docMk/>
          <pc:sldMk cId="2719258263" sldId="259"/>
        </pc:sldMkLst>
        <pc:spChg chg="mod">
          <ac:chgData name="Design Hub" userId="02111a05-f43e-4d23-bab7-3dd7ecd6715a" providerId="ADAL" clId="{BCD2818F-01C6-4AA5-A3AE-DDBFA260FF8C}" dt="2026-04-06T20:26:44.952" v="258" actId="20577"/>
          <ac:spMkLst>
            <pc:docMk/>
            <pc:sldMk cId="2719258263" sldId="259"/>
            <ac:spMk id="31" creationId="{9E612B99-3982-EB7F-1598-9D3F867CE31C}"/>
          </ac:spMkLst>
        </pc:spChg>
        <pc:spChg chg="mod">
          <ac:chgData name="Design Hub" userId="02111a05-f43e-4d23-bab7-3dd7ecd6715a" providerId="ADAL" clId="{BCD2818F-01C6-4AA5-A3AE-DDBFA260FF8C}" dt="2026-04-06T20:26:50.321" v="259"/>
          <ac:spMkLst>
            <pc:docMk/>
            <pc:sldMk cId="2719258263" sldId="259"/>
            <ac:spMk id="32" creationId="{283429EB-4AA6-7BE8-92FE-D4C2D16242AF}"/>
          </ac:spMkLst>
        </pc:spChg>
        <pc:spChg chg="mod">
          <ac:chgData name="Design Hub" userId="02111a05-f43e-4d23-bab7-3dd7ecd6715a" providerId="ADAL" clId="{BCD2818F-01C6-4AA5-A3AE-DDBFA260FF8C}" dt="2026-04-06T20:26:57.360" v="275" actId="20577"/>
          <ac:spMkLst>
            <pc:docMk/>
            <pc:sldMk cId="2719258263" sldId="259"/>
            <ac:spMk id="33" creationId="{4D22CA18-8456-164C-1C5F-8ED02EEBF190}"/>
          </ac:spMkLst>
        </pc:spChg>
        <pc:picChg chg="del">
          <ac:chgData name="Design Hub" userId="02111a05-f43e-4d23-bab7-3dd7ecd6715a" providerId="ADAL" clId="{BCD2818F-01C6-4AA5-A3AE-DDBFA260FF8C}" dt="2026-04-06T20:26:59.929" v="276" actId="478"/>
          <ac:picMkLst>
            <pc:docMk/>
            <pc:sldMk cId="2719258263" sldId="259"/>
            <ac:picMk id="1026" creationId="{4FB5FF34-F247-C763-21A4-EB42701B402D}"/>
          </ac:picMkLst>
        </pc:picChg>
      </pc:sldChg>
      <pc:sldChg chg="modSp mod">
        <pc:chgData name="Design Hub" userId="02111a05-f43e-4d23-bab7-3dd7ecd6715a" providerId="ADAL" clId="{BCD2818F-01C6-4AA5-A3AE-DDBFA260FF8C}" dt="2026-04-06T20:15:34.513" v="82" actId="20577"/>
        <pc:sldMkLst>
          <pc:docMk/>
          <pc:sldMk cId="4198694973" sldId="261"/>
        </pc:sldMkLst>
        <pc:spChg chg="mod">
          <ac:chgData name="Design Hub" userId="02111a05-f43e-4d23-bab7-3dd7ecd6715a" providerId="ADAL" clId="{BCD2818F-01C6-4AA5-A3AE-DDBFA260FF8C}" dt="2026-04-06T20:15:34.513" v="82" actId="20577"/>
          <ac:spMkLst>
            <pc:docMk/>
            <pc:sldMk cId="4198694973" sldId="261"/>
            <ac:spMk id="6" creationId="{FFA44B73-5A1F-6044-B274-A1EAAEE3E0B9}"/>
          </ac:spMkLst>
        </pc:spChg>
      </pc:sldChg>
      <pc:sldChg chg="delSp modSp mod">
        <pc:chgData name="Design Hub" userId="02111a05-f43e-4d23-bab7-3dd7ecd6715a" providerId="ADAL" clId="{BCD2818F-01C6-4AA5-A3AE-DDBFA260FF8C}" dt="2026-04-06T20:32:29.112" v="563" actId="20577"/>
        <pc:sldMkLst>
          <pc:docMk/>
          <pc:sldMk cId="3912356744" sldId="378"/>
        </pc:sldMkLst>
        <pc:spChg chg="mod">
          <ac:chgData name="Design Hub" userId="02111a05-f43e-4d23-bab7-3dd7ecd6715a" providerId="ADAL" clId="{BCD2818F-01C6-4AA5-A3AE-DDBFA260FF8C}" dt="2026-04-06T20:32:16.940" v="561" actId="1076"/>
          <ac:spMkLst>
            <pc:docMk/>
            <pc:sldMk cId="3912356744" sldId="378"/>
            <ac:spMk id="10" creationId="{762D949E-626B-4135-9549-719C58FF7749}"/>
          </ac:spMkLst>
        </pc:spChg>
        <pc:spChg chg="mod">
          <ac:chgData name="Design Hub" userId="02111a05-f43e-4d23-bab7-3dd7ecd6715a" providerId="ADAL" clId="{BCD2818F-01C6-4AA5-A3AE-DDBFA260FF8C}" dt="2026-04-06T20:32:13.230" v="560" actId="1076"/>
          <ac:spMkLst>
            <pc:docMk/>
            <pc:sldMk cId="3912356744" sldId="378"/>
            <ac:spMk id="14" creationId="{3070E389-1D7A-4EA5-97B4-9642C213F6AF}"/>
          </ac:spMkLst>
        </pc:spChg>
        <pc:spChg chg="del">
          <ac:chgData name="Design Hub" userId="02111a05-f43e-4d23-bab7-3dd7ecd6715a" providerId="ADAL" clId="{BCD2818F-01C6-4AA5-A3AE-DDBFA260FF8C}" dt="2026-04-06T20:32:01.625" v="554" actId="478"/>
          <ac:spMkLst>
            <pc:docMk/>
            <pc:sldMk cId="3912356744" sldId="378"/>
            <ac:spMk id="18" creationId="{EB28C6D2-8EC2-4015-ADB2-986898E56318}"/>
          </ac:spMkLst>
        </pc:spChg>
        <pc:spChg chg="mod">
          <ac:chgData name="Design Hub" userId="02111a05-f43e-4d23-bab7-3dd7ecd6715a" providerId="ADAL" clId="{BCD2818F-01C6-4AA5-A3AE-DDBFA260FF8C}" dt="2026-04-06T20:32:29.112" v="563" actId="20577"/>
          <ac:spMkLst>
            <pc:docMk/>
            <pc:sldMk cId="3912356744" sldId="378"/>
            <ac:spMk id="21" creationId="{BEA56E79-A443-41C8-AC0F-5FC0C935ECF0}"/>
          </ac:spMkLst>
        </pc:spChg>
        <pc:picChg chg="mod">
          <ac:chgData name="Design Hub" userId="02111a05-f43e-4d23-bab7-3dd7ecd6715a" providerId="ADAL" clId="{BCD2818F-01C6-4AA5-A3AE-DDBFA260FF8C}" dt="2026-04-06T20:32:16.940" v="561" actId="1076"/>
          <ac:picMkLst>
            <pc:docMk/>
            <pc:sldMk cId="3912356744" sldId="378"/>
            <ac:picMk id="13" creationId="{87A5855A-036C-B272-0A16-5D108C2BC54D}"/>
          </ac:picMkLst>
        </pc:picChg>
        <pc:picChg chg="del">
          <ac:chgData name="Design Hub" userId="02111a05-f43e-4d23-bab7-3dd7ecd6715a" providerId="ADAL" clId="{BCD2818F-01C6-4AA5-A3AE-DDBFA260FF8C}" dt="2026-04-06T20:32:01.625" v="554" actId="478"/>
          <ac:picMkLst>
            <pc:docMk/>
            <pc:sldMk cId="3912356744" sldId="378"/>
            <ac:picMk id="16" creationId="{D05109C7-3150-36BE-FC8A-1F2DC0AE3CDC}"/>
          </ac:picMkLst>
        </pc:picChg>
        <pc:picChg chg="mod">
          <ac:chgData name="Design Hub" userId="02111a05-f43e-4d23-bab7-3dd7ecd6715a" providerId="ADAL" clId="{BCD2818F-01C6-4AA5-A3AE-DDBFA260FF8C}" dt="2026-04-06T20:32:13.230" v="560" actId="1076"/>
          <ac:picMkLst>
            <pc:docMk/>
            <pc:sldMk cId="3912356744" sldId="378"/>
            <ac:picMk id="58" creationId="{B920CC88-06E8-4E9B-A6EB-A1C332F71CF3}"/>
          </ac:picMkLst>
        </pc:picChg>
      </pc:sldChg>
      <pc:sldChg chg="modSp mod">
        <pc:chgData name="Design Hub" userId="02111a05-f43e-4d23-bab7-3dd7ecd6715a" providerId="ADAL" clId="{BCD2818F-01C6-4AA5-A3AE-DDBFA260FF8C}" dt="2026-04-06T20:30:59.759" v="524" actId="20577"/>
        <pc:sldMkLst>
          <pc:docMk/>
          <pc:sldMk cId="3903999285" sldId="380"/>
        </pc:sldMkLst>
        <pc:graphicFrameChg chg="modGraphic">
          <ac:chgData name="Design Hub" userId="02111a05-f43e-4d23-bab7-3dd7ecd6715a" providerId="ADAL" clId="{BCD2818F-01C6-4AA5-A3AE-DDBFA260FF8C}" dt="2026-04-06T20:30:59.759" v="524" actId="20577"/>
          <ac:graphicFrameMkLst>
            <pc:docMk/>
            <pc:sldMk cId="3903999285" sldId="380"/>
            <ac:graphicFrameMk id="12" creationId="{5D36DDF6-0E0D-2D34-6FBB-4E444F4ACB1F}"/>
          </ac:graphicFrameMkLst>
        </pc:graphicFrameChg>
      </pc:sldChg>
      <pc:sldChg chg="addSp delSp modSp add del mod">
        <pc:chgData name="Design Hub" userId="02111a05-f43e-4d23-bab7-3dd7ecd6715a" providerId="ADAL" clId="{BCD2818F-01C6-4AA5-A3AE-DDBFA260FF8C}" dt="2026-04-06T20:30:21.561" v="519" actId="20577"/>
        <pc:sldMkLst>
          <pc:docMk/>
          <pc:sldMk cId="2672140074" sldId="386"/>
        </pc:sldMkLst>
        <pc:spChg chg="add mod">
          <ac:chgData name="Design Hub" userId="02111a05-f43e-4d23-bab7-3dd7ecd6715a" providerId="ADAL" clId="{BCD2818F-01C6-4AA5-A3AE-DDBFA260FF8C}" dt="2026-04-06T20:30:21.561" v="519" actId="20577"/>
          <ac:spMkLst>
            <pc:docMk/>
            <pc:sldMk cId="2672140074" sldId="386"/>
            <ac:spMk id="2" creationId="{B31BCEF4-94AF-A489-B0A1-CFCE84951CC0}"/>
          </ac:spMkLst>
        </pc:spChg>
        <pc:spChg chg="mod">
          <ac:chgData name="Design Hub" userId="02111a05-f43e-4d23-bab7-3dd7ecd6715a" providerId="ADAL" clId="{BCD2818F-01C6-4AA5-A3AE-DDBFA260FF8C}" dt="2026-04-06T20:29:19.447" v="463" actId="20577"/>
          <ac:spMkLst>
            <pc:docMk/>
            <pc:sldMk cId="2672140074" sldId="386"/>
            <ac:spMk id="3" creationId="{EC35FBDD-775D-1381-97F6-647476302B86}"/>
          </ac:spMkLst>
        </pc:spChg>
        <pc:spChg chg="del">
          <ac:chgData name="Design Hub" userId="02111a05-f43e-4d23-bab7-3dd7ecd6715a" providerId="ADAL" clId="{BCD2818F-01C6-4AA5-A3AE-DDBFA260FF8C}" dt="2026-04-06T20:27:11.666" v="279" actId="478"/>
          <ac:spMkLst>
            <pc:docMk/>
            <pc:sldMk cId="2672140074" sldId="386"/>
            <ac:spMk id="14" creationId="{BD98328E-3987-AFE7-2292-FAE38CF856D5}"/>
          </ac:spMkLst>
        </pc:spChg>
      </pc:sldChg>
      <pc:sldChg chg="delSp modSp mod">
        <pc:chgData name="Design Hub" userId="02111a05-f43e-4d23-bab7-3dd7ecd6715a" providerId="ADAL" clId="{BCD2818F-01C6-4AA5-A3AE-DDBFA260FF8C}" dt="2026-04-06T20:26:27.484" v="238" actId="20577"/>
        <pc:sldMkLst>
          <pc:docMk/>
          <pc:sldMk cId="2061668201" sldId="388"/>
        </pc:sldMkLst>
        <pc:spChg chg="mod">
          <ac:chgData name="Design Hub" userId="02111a05-f43e-4d23-bab7-3dd7ecd6715a" providerId="ADAL" clId="{BCD2818F-01C6-4AA5-A3AE-DDBFA260FF8C}" dt="2026-04-06T20:26:27.484" v="238" actId="20577"/>
          <ac:spMkLst>
            <pc:docMk/>
            <pc:sldMk cId="2061668201" sldId="388"/>
            <ac:spMk id="2" creationId="{5E7C967E-78AE-BA16-1036-73D552B2D76D}"/>
          </ac:spMkLst>
        </pc:spChg>
        <pc:picChg chg="del">
          <ac:chgData name="Design Hub" userId="02111a05-f43e-4d23-bab7-3dd7ecd6715a" providerId="ADAL" clId="{BCD2818F-01C6-4AA5-A3AE-DDBFA260FF8C}" dt="2026-04-06T20:26:14.472" v="236" actId="478"/>
          <ac:picMkLst>
            <pc:docMk/>
            <pc:sldMk cId="2061668201" sldId="388"/>
            <ac:picMk id="6" creationId="{CA328E73-F1A2-8166-AF69-4F045970F8A6}"/>
          </ac:picMkLst>
        </pc:picChg>
        <pc:picChg chg="mod">
          <ac:chgData name="Design Hub" userId="02111a05-f43e-4d23-bab7-3dd7ecd6715a" providerId="ADAL" clId="{BCD2818F-01C6-4AA5-A3AE-DDBFA260FF8C}" dt="2026-04-06T20:26:17.159" v="237" actId="1076"/>
          <ac:picMkLst>
            <pc:docMk/>
            <pc:sldMk cId="2061668201" sldId="388"/>
            <ac:picMk id="12" creationId="{1052C399-25C2-7DBF-3549-3724E5AA1210}"/>
          </ac:picMkLst>
        </pc:picChg>
      </pc:sldChg>
      <pc:sldChg chg="addAnim delAnim">
        <pc:chgData name="Design Hub" userId="02111a05-f43e-4d23-bab7-3dd7ecd6715a" providerId="ADAL" clId="{BCD2818F-01C6-4AA5-A3AE-DDBFA260FF8C}" dt="2026-04-06T20:25:29.326" v="235"/>
        <pc:sldMkLst>
          <pc:docMk/>
          <pc:sldMk cId="36761979" sldId="395"/>
        </pc:sldMkLst>
      </pc:sldChg>
      <pc:sldChg chg="delSp modSp mod">
        <pc:chgData name="Design Hub" userId="02111a05-f43e-4d23-bab7-3dd7ecd6715a" providerId="ADAL" clId="{BCD2818F-01C6-4AA5-A3AE-DDBFA260FF8C}" dt="2026-04-06T20:31:40.418" v="553" actId="20577"/>
        <pc:sldMkLst>
          <pc:docMk/>
          <pc:sldMk cId="2095654347" sldId="397"/>
        </pc:sldMkLst>
        <pc:spChg chg="del">
          <ac:chgData name="Design Hub" userId="02111a05-f43e-4d23-bab7-3dd7ecd6715a" providerId="ADAL" clId="{BCD2818F-01C6-4AA5-A3AE-DDBFA260FF8C}" dt="2026-04-06T20:31:20.128" v="527" actId="478"/>
          <ac:spMkLst>
            <pc:docMk/>
            <pc:sldMk cId="2095654347" sldId="397"/>
            <ac:spMk id="24" creationId="{61BCC4CA-D17F-DE82-BA03-9E6F2ABCBAF1}"/>
          </ac:spMkLst>
        </pc:spChg>
        <pc:spChg chg="mod">
          <ac:chgData name="Design Hub" userId="02111a05-f43e-4d23-bab7-3dd7ecd6715a" providerId="ADAL" clId="{BCD2818F-01C6-4AA5-A3AE-DDBFA260FF8C}" dt="2026-04-06T20:31:40.418" v="553" actId="20577"/>
          <ac:spMkLst>
            <pc:docMk/>
            <pc:sldMk cId="2095654347" sldId="397"/>
            <ac:spMk id="25" creationId="{89D97960-7A62-A486-C786-9CE6BDE69B69}"/>
          </ac:spMkLst>
        </pc:spChg>
        <pc:spChg chg="mod">
          <ac:chgData name="Design Hub" userId="02111a05-f43e-4d23-bab7-3dd7ecd6715a" providerId="ADAL" clId="{BCD2818F-01C6-4AA5-A3AE-DDBFA260FF8C}" dt="2026-04-06T20:31:30.621" v="529" actId="1076"/>
          <ac:spMkLst>
            <pc:docMk/>
            <pc:sldMk cId="2095654347" sldId="397"/>
            <ac:spMk id="26" creationId="{6146D230-DDD8-AE33-B5F6-D21051FDEFB6}"/>
          </ac:spMkLst>
        </pc:spChg>
      </pc:sldChg>
      <pc:sldChg chg="addSp modSp mod">
        <pc:chgData name="Design Hub" userId="02111a05-f43e-4d23-bab7-3dd7ecd6715a" providerId="ADAL" clId="{BCD2818F-01C6-4AA5-A3AE-DDBFA260FF8C}" dt="2026-04-06T20:34:35.682" v="598" actId="20577"/>
        <pc:sldMkLst>
          <pc:docMk/>
          <pc:sldMk cId="3902199121" sldId="401"/>
        </pc:sldMkLst>
        <pc:spChg chg="add mod">
          <ac:chgData name="Design Hub" userId="02111a05-f43e-4d23-bab7-3dd7ecd6715a" providerId="ADAL" clId="{BCD2818F-01C6-4AA5-A3AE-DDBFA260FF8C}" dt="2026-04-06T20:34:35.682" v="598" actId="20577"/>
          <ac:spMkLst>
            <pc:docMk/>
            <pc:sldMk cId="3902199121" sldId="401"/>
            <ac:spMk id="3" creationId="{23351575-F2E3-C80D-D08E-A027B3A2D06C}"/>
          </ac:spMkLst>
        </pc:spChg>
        <pc:spChg chg="mod">
          <ac:chgData name="Design Hub" userId="02111a05-f43e-4d23-bab7-3dd7ecd6715a" providerId="ADAL" clId="{BCD2818F-01C6-4AA5-A3AE-DDBFA260FF8C}" dt="2026-04-06T20:33:50.325" v="582" actId="14100"/>
          <ac:spMkLst>
            <pc:docMk/>
            <pc:sldMk cId="3902199121" sldId="401"/>
            <ac:spMk id="13" creationId="{CF52CD30-6C5E-83AE-CD71-E72243F0F9BD}"/>
          </ac:spMkLst>
        </pc:spChg>
      </pc:sldChg>
      <pc:sldChg chg="addSp delSp modSp mod">
        <pc:chgData name="Design Hub" userId="02111a05-f43e-4d23-bab7-3dd7ecd6715a" providerId="ADAL" clId="{BCD2818F-01C6-4AA5-A3AE-DDBFA260FF8C}" dt="2026-04-06T20:33:18.919" v="567" actId="14100"/>
        <pc:sldMkLst>
          <pc:docMk/>
          <pc:sldMk cId="1104790238" sldId="404"/>
        </pc:sldMkLst>
        <pc:spChg chg="add mod">
          <ac:chgData name="Design Hub" userId="02111a05-f43e-4d23-bab7-3dd7ecd6715a" providerId="ADAL" clId="{BCD2818F-01C6-4AA5-A3AE-DDBFA260FF8C}" dt="2026-04-06T20:32:55.162" v="564" actId="478"/>
          <ac:spMkLst>
            <pc:docMk/>
            <pc:sldMk cId="1104790238" sldId="404"/>
            <ac:spMk id="3" creationId="{A7731BE1-87C2-A471-8263-AA8B0C815455}"/>
          </ac:spMkLst>
        </pc:spChg>
        <pc:picChg chg="add mod">
          <ac:chgData name="Design Hub" userId="02111a05-f43e-4d23-bab7-3dd7ecd6715a" providerId="ADAL" clId="{BCD2818F-01C6-4AA5-A3AE-DDBFA260FF8C}" dt="2026-04-06T20:33:18.919" v="567" actId="14100"/>
          <ac:picMkLst>
            <pc:docMk/>
            <pc:sldMk cId="1104790238" sldId="404"/>
            <ac:picMk id="5" creationId="{34D8E8C9-1E0F-B78D-29CD-061FAA928146}"/>
          </ac:picMkLst>
        </pc:picChg>
        <pc:picChg chg="del">
          <ac:chgData name="Design Hub" userId="02111a05-f43e-4d23-bab7-3dd7ecd6715a" providerId="ADAL" clId="{BCD2818F-01C6-4AA5-A3AE-DDBFA260FF8C}" dt="2026-04-06T20:32:55.162" v="564" actId="478"/>
          <ac:picMkLst>
            <pc:docMk/>
            <pc:sldMk cId="1104790238" sldId="404"/>
            <ac:picMk id="12" creationId="{D575C249-DE13-13EA-4731-1A094C490A20}"/>
          </ac:picMkLst>
        </pc:picChg>
      </pc:sldChg>
      <pc:sldChg chg="add del">
        <pc:chgData name="Design Hub" userId="02111a05-f43e-4d23-bab7-3dd7ecd6715a" providerId="ADAL" clId="{BCD2818F-01C6-4AA5-A3AE-DDBFA260FF8C}" dt="2026-04-06T20:16:59.657" v="84"/>
        <pc:sldMkLst>
          <pc:docMk/>
          <pc:sldMk cId="1625005158" sldId="407"/>
        </pc:sldMkLst>
      </pc:sldChg>
      <pc:sldChg chg="addSp delSp modSp new del mod modClrScheme chgLayout">
        <pc:chgData name="Design Hub" userId="02111a05-f43e-4d23-bab7-3dd7ecd6715a" providerId="ADAL" clId="{BCD2818F-01C6-4AA5-A3AE-DDBFA260FF8C}" dt="2026-04-06T20:24:50.466" v="229" actId="47"/>
        <pc:sldMkLst>
          <pc:docMk/>
          <pc:sldMk cId="2905438918" sldId="407"/>
        </pc:sldMkLst>
        <pc:spChg chg="add del 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2" creationId="{8F6E8074-812E-E1C7-D767-346BD78FE14F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3" creationId="{6DBD7438-0438-DBB4-03BE-651EC977BCD4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4" creationId="{ECA0CEB2-C78A-B42C-7B2B-84BDECDC6BD1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5" creationId="{B42A16A8-0F34-1714-93A9-0C836D6C3F26}"/>
          </ac:spMkLst>
        </pc:spChg>
        <pc:spChg chg="add del mod ord">
          <ac:chgData name="Design Hub" userId="02111a05-f43e-4d23-bab7-3dd7ecd6715a" providerId="ADAL" clId="{BCD2818F-01C6-4AA5-A3AE-DDBFA260FF8C}" dt="2026-04-06T20:18:41.825" v="118" actId="478"/>
          <ac:spMkLst>
            <pc:docMk/>
            <pc:sldMk cId="2905438918" sldId="407"/>
            <ac:spMk id="6" creationId="{BE6C19F9-221F-D72A-5769-A193B9BAF9FB}"/>
          </ac:spMkLst>
        </pc:spChg>
        <pc:spChg chg="add mod ord">
          <ac:chgData name="Design Hub" userId="02111a05-f43e-4d23-bab7-3dd7ecd6715a" providerId="ADAL" clId="{BCD2818F-01C6-4AA5-A3AE-DDBFA260FF8C}" dt="2026-04-06T20:17:45.298" v="117" actId="20577"/>
          <ac:spMkLst>
            <pc:docMk/>
            <pc:sldMk cId="2905438918" sldId="407"/>
            <ac:spMk id="7" creationId="{AFD0AC56-00B1-783B-3D29-B594F073CB25}"/>
          </ac:spMkLst>
        </pc:spChg>
        <pc:spChg chg="add mod">
          <ac:chgData name="Design Hub" userId="02111a05-f43e-4d23-bab7-3dd7ecd6715a" providerId="ADAL" clId="{BCD2818F-01C6-4AA5-A3AE-DDBFA260FF8C}" dt="2026-04-06T20:20:32.832" v="162" actId="207"/>
          <ac:spMkLst>
            <pc:docMk/>
            <pc:sldMk cId="2905438918" sldId="407"/>
            <ac:spMk id="8" creationId="{FEA0B90B-3EA8-BE41-337D-4247CE20BA2C}"/>
          </ac:spMkLst>
        </pc:spChg>
        <pc:spChg chg="add mod">
          <ac:chgData name="Design Hub" userId="02111a05-f43e-4d23-bab7-3dd7ecd6715a" providerId="ADAL" clId="{BCD2818F-01C6-4AA5-A3AE-DDBFA260FF8C}" dt="2026-04-06T20:21:51.391" v="181" actId="207"/>
          <ac:spMkLst>
            <pc:docMk/>
            <pc:sldMk cId="2905438918" sldId="407"/>
            <ac:spMk id="9" creationId="{43F54F5F-207A-1335-284A-6520E10C0654}"/>
          </ac:spMkLst>
        </pc:spChg>
        <pc:spChg chg="add mod">
          <ac:chgData name="Design Hub" userId="02111a05-f43e-4d23-bab7-3dd7ecd6715a" providerId="ADAL" clId="{BCD2818F-01C6-4AA5-A3AE-DDBFA260FF8C}" dt="2026-04-06T20:22:48.056" v="206" actId="1076"/>
          <ac:spMkLst>
            <pc:docMk/>
            <pc:sldMk cId="2905438918" sldId="407"/>
            <ac:spMk id="10" creationId="{1FD0AE79-6387-653B-C5CC-25BBDBB0CD79}"/>
          </ac:spMkLst>
        </pc:spChg>
        <pc:spChg chg="add del mod">
          <ac:chgData name="Design Hub" userId="02111a05-f43e-4d23-bab7-3dd7ecd6715a" providerId="ADAL" clId="{BCD2818F-01C6-4AA5-A3AE-DDBFA260FF8C}" dt="2026-04-06T20:21:57.297" v="183" actId="478"/>
          <ac:spMkLst>
            <pc:docMk/>
            <pc:sldMk cId="2905438918" sldId="407"/>
            <ac:spMk id="11" creationId="{360ABE16-4525-B267-2398-BD3BA43CD9BE}"/>
          </ac:spMkLst>
        </pc:spChg>
        <pc:spChg chg="add del mod">
          <ac:chgData name="Design Hub" userId="02111a05-f43e-4d23-bab7-3dd7ecd6715a" providerId="ADAL" clId="{BCD2818F-01C6-4AA5-A3AE-DDBFA260FF8C}" dt="2026-04-06T20:23:15.153" v="212" actId="478"/>
          <ac:spMkLst>
            <pc:docMk/>
            <pc:sldMk cId="2905438918" sldId="407"/>
            <ac:spMk id="12" creationId="{1678A96C-3B22-D126-5ACA-9F41163D1E11}"/>
          </ac:spMkLst>
        </pc:spChg>
        <pc:spChg chg="add del mod">
          <ac:chgData name="Design Hub" userId="02111a05-f43e-4d23-bab7-3dd7ecd6715a" providerId="ADAL" clId="{BCD2818F-01C6-4AA5-A3AE-DDBFA260FF8C}" dt="2026-04-06T20:23:15.153" v="212" actId="478"/>
          <ac:spMkLst>
            <pc:docMk/>
            <pc:sldMk cId="2905438918" sldId="407"/>
            <ac:spMk id="13" creationId="{BBF30CB5-3C83-9D91-71C1-FEF1381042D6}"/>
          </ac:spMkLst>
        </pc:spChg>
        <pc:cxnChg chg="add mod">
          <ac:chgData name="Design Hub" userId="02111a05-f43e-4d23-bab7-3dd7ecd6715a" providerId="ADAL" clId="{BCD2818F-01C6-4AA5-A3AE-DDBFA260FF8C}" dt="2026-04-06T20:23:00.908" v="210" actId="692"/>
          <ac:cxnSpMkLst>
            <pc:docMk/>
            <pc:sldMk cId="2905438918" sldId="407"/>
            <ac:cxnSpMk id="15" creationId="{438DC8DC-F78A-E392-0D96-B4773D00BE5B}"/>
          </ac:cxnSpMkLst>
        </pc:cxnChg>
        <pc:cxnChg chg="add mod">
          <ac:chgData name="Design Hub" userId="02111a05-f43e-4d23-bab7-3dd7ecd6715a" providerId="ADAL" clId="{BCD2818F-01C6-4AA5-A3AE-DDBFA260FF8C}" dt="2026-04-06T20:22:58.089" v="209" actId="692"/>
          <ac:cxnSpMkLst>
            <pc:docMk/>
            <pc:sldMk cId="2905438918" sldId="407"/>
            <ac:cxnSpMk id="16" creationId="{4A65F2B2-5DDD-12B7-C140-82DD26D06F55}"/>
          </ac:cxnSpMkLst>
        </pc:cxnChg>
      </pc:sldChg>
      <pc:sldChg chg="addSp delSp modSp add mod">
        <pc:chgData name="Design Hub" userId="02111a05-f43e-4d23-bab7-3dd7ecd6715a" providerId="ADAL" clId="{BCD2818F-01C6-4AA5-A3AE-DDBFA260FF8C}" dt="2026-04-06T20:24:57.465" v="233" actId="478"/>
        <pc:sldMkLst>
          <pc:docMk/>
          <pc:sldMk cId="3735386037" sldId="408"/>
        </pc:sldMkLst>
        <pc:spChg chg="add del mod">
          <ac:chgData name="Design Hub" userId="02111a05-f43e-4d23-bab7-3dd7ecd6715a" providerId="ADAL" clId="{BCD2818F-01C6-4AA5-A3AE-DDBFA260FF8C}" dt="2026-04-06T20:24:56.361" v="231" actId="478"/>
          <ac:spMkLst>
            <pc:docMk/>
            <pc:sldMk cId="3735386037" sldId="408"/>
            <ac:spMk id="2" creationId="{540F0EE0-E208-3868-0974-93CC858FAD88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8" creationId="{731B88CA-676C-C965-9CE0-D92BE08498A3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9" creationId="{81C094C2-AEE2-9868-8E03-93F61CA1D34D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10" creationId="{BFEF7523-486A-9407-5A1B-A2A2B0547E0F}"/>
          </ac:spMkLst>
        </pc:spChg>
        <pc:spChg chg="del mod">
          <ac:chgData name="Design Hub" userId="02111a05-f43e-4d23-bab7-3dd7ecd6715a" providerId="ADAL" clId="{BCD2818F-01C6-4AA5-A3AE-DDBFA260FF8C}" dt="2026-04-06T20:24:56.954" v="232" actId="478"/>
          <ac:spMkLst>
            <pc:docMk/>
            <pc:sldMk cId="3735386037" sldId="408"/>
            <ac:spMk id="12" creationId="{3A01D439-727E-DD35-3218-342B5FFB2D91}"/>
          </ac:spMkLst>
        </pc:spChg>
        <pc:spChg chg="del mod">
          <ac:chgData name="Design Hub" userId="02111a05-f43e-4d23-bab7-3dd7ecd6715a" providerId="ADAL" clId="{BCD2818F-01C6-4AA5-A3AE-DDBFA260FF8C}" dt="2026-04-06T20:24:57.465" v="233" actId="478"/>
          <ac:spMkLst>
            <pc:docMk/>
            <pc:sldMk cId="3735386037" sldId="408"/>
            <ac:spMk id="13" creationId="{B79C5A60-089B-C28E-0A76-BBAD96F08605}"/>
          </ac:spMkLst>
        </pc:spChg>
        <pc:cxnChg chg="mod">
          <ac:chgData name="Design Hub" userId="02111a05-f43e-4d23-bab7-3dd7ecd6715a" providerId="ADAL" clId="{BCD2818F-01C6-4AA5-A3AE-DDBFA260FF8C}" dt="2026-04-06T20:24:39.107" v="225" actId="1076"/>
          <ac:cxnSpMkLst>
            <pc:docMk/>
            <pc:sldMk cId="3735386037" sldId="408"/>
            <ac:cxnSpMk id="15" creationId="{C1715E51-CFE5-B060-915B-B8F97561DBCC}"/>
          </ac:cxnSpMkLst>
        </pc:cxnChg>
        <pc:cxnChg chg="mod">
          <ac:chgData name="Design Hub" userId="02111a05-f43e-4d23-bab7-3dd7ecd6715a" providerId="ADAL" clId="{BCD2818F-01C6-4AA5-A3AE-DDBFA260FF8C}" dt="2026-04-06T20:24:39.107" v="225" actId="1076"/>
          <ac:cxnSpMkLst>
            <pc:docMk/>
            <pc:sldMk cId="3735386037" sldId="408"/>
            <ac:cxnSpMk id="16" creationId="{BE53E024-FE44-80B2-3873-010BC45242AB}"/>
          </ac:cxnSpMkLst>
        </pc:cxnChg>
      </pc:sldChg>
      <pc:sldChg chg="add">
        <pc:chgData name="Design Hub" userId="02111a05-f43e-4d23-bab7-3dd7ecd6715a" providerId="ADAL" clId="{BCD2818F-01C6-4AA5-A3AE-DDBFA260FF8C}" dt="2026-04-06T20:24:52.737" v="230" actId="2890"/>
        <pc:sldMkLst>
          <pc:docMk/>
          <pc:sldMk cId="3182530004" sldId="409"/>
        </pc:sldMkLst>
      </pc:sldChg>
    </pc:docChg>
  </pc:docChgLst>
  <pc:docChgLst>
    <pc:chgData name="Andres Bernadou" userId="03fff62b-e549-456b-a7f9-42d2972824e9" providerId="ADAL" clId="{0CB13D59-2190-41A4-A0AC-6FE063695352}"/>
    <pc:docChg chg="undo custSel modSld">
      <pc:chgData name="Andres Bernadou" userId="03fff62b-e549-456b-a7f9-42d2972824e9" providerId="ADAL" clId="{0CB13D59-2190-41A4-A0AC-6FE063695352}" dt="2026-04-15T11:59:10.222" v="117" actId="255"/>
      <pc:docMkLst>
        <pc:docMk/>
      </pc:docMkLst>
      <pc:sldChg chg="modSp mod">
        <pc:chgData name="Andres Bernadou" userId="03fff62b-e549-456b-a7f9-42d2972824e9" providerId="ADAL" clId="{0CB13D59-2190-41A4-A0AC-6FE063695352}" dt="2026-04-15T11:59:10.222" v="117" actId="255"/>
        <pc:sldMkLst>
          <pc:docMk/>
          <pc:sldMk cId="3903999285" sldId="380"/>
        </pc:sldMkLst>
        <pc:graphicFrameChg chg="mod modGraphic">
          <ac:chgData name="Andres Bernadou" userId="03fff62b-e549-456b-a7f9-42d2972824e9" providerId="ADAL" clId="{0CB13D59-2190-41A4-A0AC-6FE063695352}" dt="2026-04-15T11:59:10.222" v="117" actId="255"/>
          <ac:graphicFrameMkLst>
            <pc:docMk/>
            <pc:sldMk cId="3903999285" sldId="380"/>
            <ac:graphicFrameMk id="12" creationId="{5D36DDF6-0E0D-2D34-6FBB-4E444F4ACB1F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71D4B1-4838-4B73-BD2B-8E02A3865107}" type="datetimeFigureOut">
              <a:rPr lang="en-DK" smtClean="0"/>
              <a:t>04/15/2026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01B4E-7AAB-4396-BFCF-FBF71A7FBE3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2156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D4469C5-1101-499A-8CA4-CDAF5BC89D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C1ACDDE-2D20-4390-8706-8C1282B60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2240" y="4337728"/>
            <a:ext cx="8430805" cy="745247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pic>
        <p:nvPicPr>
          <p:cNvPr id="59" name="Line">
            <a:extLst>
              <a:ext uri="{FF2B5EF4-FFF2-40B4-BE49-F238E27FC236}">
                <a16:creationId xmlns:a16="http://schemas.microsoft.com/office/drawing/2014/main" id="{A8F21188-3E45-4924-AA66-9AEF6C0A7C55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1881477" y="4062221"/>
            <a:ext cx="4979635" cy="909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782485-9A91-4D78-BE63-FEC8E0C8E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2240" y="2087418"/>
            <a:ext cx="8430805" cy="1828793"/>
          </a:xfrm>
        </p:spPr>
        <p:txBody>
          <a:bodyPr lIns="0" tIns="0" rIns="0" bIns="0" anchor="b">
            <a:normAutofit/>
          </a:bodyPr>
          <a:lstStyle>
            <a:lvl1pPr algn="l">
              <a:defRPr sz="6000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BioMar logo" descr="A close up of a sign&#10;&#10;Description automatically generated">
            <a:extLst>
              <a:ext uri="{FF2B5EF4-FFF2-40B4-BE49-F238E27FC236}">
                <a16:creationId xmlns:a16="http://schemas.microsoft.com/office/drawing/2014/main" id="{10229DB7-0C3C-4581-A748-187D72270E5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868774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9A16E-1C20-4137-8BFF-8BC83EB285B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816508" y="6392405"/>
            <a:ext cx="2743200" cy="252000"/>
          </a:xfrm>
        </p:spPr>
        <p:txBody>
          <a:bodyPr lIns="0" r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BE54E8C-62EB-4F09-A3D6-E4E2EA7FA165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F653F-EF38-47C8-B49B-D8DC1E448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868774" y="5513348"/>
            <a:ext cx="4114800" cy="252000"/>
          </a:xfrm>
        </p:spPr>
        <p:txBody>
          <a:bodyPr lIns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4FF7-71E0-4C56-80FA-B9721BCB35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67905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D1D0CC-210D-4045-8A67-841981251192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E1B5B-3CC7-4BE6-8337-91F44BBB1272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C1E5E85-87CB-407B-ACEE-1C18831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1773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E9BD020F-795A-4C36-851E-8B5DD9F3FF07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7442198" y="6409657"/>
            <a:ext cx="3760472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702747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544" name="Title 543">
            <a:extLst>
              <a:ext uri="{FF2B5EF4-FFF2-40B4-BE49-F238E27FC236}">
                <a16:creationId xmlns:a16="http://schemas.microsoft.com/office/drawing/2014/main" id="{8617B394-9586-4DC7-AEC5-D837F9BC2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2198" y="1108365"/>
            <a:ext cx="4306887" cy="1092208"/>
          </a:xfrm>
        </p:spPr>
        <p:txBody>
          <a:bodyPr rIns="36000" anchor="b" anchorCtr="0">
            <a:normAutofit/>
          </a:bodyPr>
          <a:lstStyle>
            <a:lvl1pPr algn="r"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6E3DFA-C385-4C0E-AA46-779059C36E1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84" t="-3530" r="1" b="-2"/>
          <a:stretch/>
        </p:blipFill>
        <p:spPr>
          <a:xfrm>
            <a:off x="7442198" y="2225675"/>
            <a:ext cx="4276902" cy="9267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6F21C-819C-4B79-ADF3-5541652CFDE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442200" y="2463801"/>
            <a:ext cx="4306888" cy="3828078"/>
          </a:xfrm>
        </p:spPr>
        <p:txBody>
          <a:bodyPr/>
          <a:lstStyle>
            <a:lvl1pPr marL="0" indent="0" algn="r">
              <a:buFontTx/>
              <a:buNone/>
              <a:defRPr/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3966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8000" y="6392405"/>
            <a:ext cx="2743200" cy="252000"/>
          </a:xfrm>
        </p:spPr>
        <p:txBody>
          <a:bodyPr/>
          <a:lstStyle/>
          <a:p>
            <a:fld id="{00DBFAED-4147-42CA-970B-6587B7609D0B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593F3-08EA-4655-844F-2C6E2B39E1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subtitle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18D0E78-DA72-42AD-AB28-45587105B4A3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1C9476-7D88-4E89-8F29-361D808D2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63828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,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13AC4-3E9F-4D10-A767-B933D6C2606A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64" name="Text Placeholder 3">
            <a:extLst>
              <a:ext uri="{FF2B5EF4-FFF2-40B4-BE49-F238E27FC236}">
                <a16:creationId xmlns:a16="http://schemas.microsoft.com/office/drawing/2014/main" id="{BA9A2C39-FCA0-4869-BB45-C99C9BBC7F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Section header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437074-B210-4A56-9DBD-F3282AD01448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CBFB62-DC66-4DA1-B73B-4F210B641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358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6EFA090-E1A0-CFD4-307B-6EB467594551}"/>
              </a:ext>
            </a:extLst>
          </p:cNvPr>
          <p:cNvSpPr/>
          <p:nvPr userDrawn="1"/>
        </p:nvSpPr>
        <p:spPr>
          <a:xfrm>
            <a:off x="495708" y="1340338"/>
            <a:ext cx="11232000" cy="702147"/>
          </a:xfrm>
          <a:prstGeom prst="roundRect">
            <a:avLst>
              <a:gd name="adj" fmla="val 1054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0402" y="2287503"/>
            <a:ext cx="9903868" cy="2368823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noProof="0"/>
              <a:t>Click to edit your brief. This should be an overview of the project, mentioning the targets and objectives, the audience, any issues/challenges we need to solve, as well as the messaging. This should also include where it will be used (</a:t>
            </a:r>
            <a:r>
              <a:rPr lang="en-US" noProof="0" err="1"/>
              <a:t>ie</a:t>
            </a:r>
            <a:r>
              <a:rPr lang="en-US" noProof="0"/>
              <a:t>. digital platforms, print </a:t>
            </a:r>
            <a:r>
              <a:rPr lang="en-US" noProof="0" err="1"/>
              <a:t>etc</a:t>
            </a:r>
            <a:r>
              <a:rPr lang="en-US" noProof="0"/>
              <a:t>)</a:t>
            </a:r>
          </a:p>
        </p:txBody>
      </p:sp>
      <p:sp>
        <p:nvSpPr>
          <p:cNvPr id="264" name="Text Placeholder 3">
            <a:extLst>
              <a:ext uri="{FF2B5EF4-FFF2-40B4-BE49-F238E27FC236}">
                <a16:creationId xmlns:a16="http://schemas.microsoft.com/office/drawing/2014/main" id="{BA9A2C39-FCA0-4869-BB45-C99C9BBC7F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Market/Region/Division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437074-B210-4A56-9DBD-F3282AD01448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CBFB62-DC66-4DA1-B73B-4F210B641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Brief Title</a:t>
            </a:r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F94F8D-597A-79E9-E1A6-9D44B573A46A}"/>
              </a:ext>
            </a:extLst>
          </p:cNvPr>
          <p:cNvSpPr txBox="1"/>
          <p:nvPr userDrawn="1"/>
        </p:nvSpPr>
        <p:spPr>
          <a:xfrm>
            <a:off x="499797" y="1547655"/>
            <a:ext cx="1300606" cy="2606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Draft Due: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5FE6E2-BB8B-6BF2-394A-4C2F34713D47}"/>
              </a:ext>
            </a:extLst>
          </p:cNvPr>
          <p:cNvSpPr txBox="1"/>
          <p:nvPr userDrawn="1"/>
        </p:nvSpPr>
        <p:spPr>
          <a:xfrm>
            <a:off x="2753861" y="1547655"/>
            <a:ext cx="1300606" cy="274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Final Due: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A26962-74C7-9304-EBDA-FC18290412AF}"/>
              </a:ext>
            </a:extLst>
          </p:cNvPr>
          <p:cNvSpPr txBox="1"/>
          <p:nvPr userDrawn="1"/>
        </p:nvSpPr>
        <p:spPr>
          <a:xfrm>
            <a:off x="5332291" y="1520765"/>
            <a:ext cx="1459236" cy="3144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Comments: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10" name="Date Placeholder 792">
            <a:extLst>
              <a:ext uri="{FF2B5EF4-FFF2-40B4-BE49-F238E27FC236}">
                <a16:creationId xmlns:a16="http://schemas.microsoft.com/office/drawing/2014/main" id="{34A856BF-7237-281C-934D-254FE2A3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8000" y="6392405"/>
            <a:ext cx="2743200" cy="252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contact person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32E26E-2328-FA07-0D8C-16CAB32936B6}"/>
              </a:ext>
            </a:extLst>
          </p:cNvPr>
          <p:cNvSpPr txBox="1"/>
          <p:nvPr userDrawn="1"/>
        </p:nvSpPr>
        <p:spPr>
          <a:xfrm>
            <a:off x="499797" y="2340666"/>
            <a:ext cx="1300606" cy="41284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b="1">
                <a:solidFill>
                  <a:schemeClr val="tx2"/>
                </a:solidFill>
              </a:rPr>
              <a:t>Brief:</a:t>
            </a:r>
            <a:endParaRPr lang="en-DK" b="1">
              <a:solidFill>
                <a:schemeClr val="tx2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E197F-8253-FBD2-BBEF-F1D3271FE8F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121196" y="4846825"/>
            <a:ext cx="9583074" cy="1181835"/>
          </a:xfrm>
        </p:spPr>
        <p:txBody>
          <a:bodyPr numCol="2"/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en-US" noProof="0"/>
              <a:t>Click to edit deliverables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BB75C-83D1-71C3-4D0C-CE518EA7ED45}"/>
              </a:ext>
            </a:extLst>
          </p:cNvPr>
          <p:cNvSpPr txBox="1"/>
          <p:nvPr userDrawn="1"/>
        </p:nvSpPr>
        <p:spPr>
          <a:xfrm>
            <a:off x="499797" y="4899987"/>
            <a:ext cx="1621398" cy="41284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b="1">
                <a:solidFill>
                  <a:schemeClr val="tx2"/>
                </a:solidFill>
              </a:rPr>
              <a:t>Deliverables:</a:t>
            </a:r>
            <a:endParaRPr lang="en-DK" b="1">
              <a:solidFill>
                <a:schemeClr val="tx2"/>
              </a:solidFill>
            </a:endParaRPr>
          </a:p>
        </p:txBody>
      </p:sp>
      <p:sp>
        <p:nvSpPr>
          <p:cNvPr id="15" name="Footer Placeholder 793">
            <a:extLst>
              <a:ext uri="{FF2B5EF4-FFF2-40B4-BE49-F238E27FC236}">
                <a16:creationId xmlns:a16="http://schemas.microsoft.com/office/drawing/2014/main" id="{327137A6-4A73-F620-8132-A04CDCE8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6" name="Slide Number Placeholder 794">
            <a:extLst>
              <a:ext uri="{FF2B5EF4-FFF2-40B4-BE49-F238E27FC236}">
                <a16:creationId xmlns:a16="http://schemas.microsoft.com/office/drawing/2014/main" id="{9A329763-5459-9773-B790-DAFC1FEF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3250" y="6401262"/>
            <a:ext cx="324000" cy="252000"/>
          </a:xfrm>
        </p:spPr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B550E5F-FEF0-6E2A-A1B4-D78662D73F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32756" y="1510665"/>
            <a:ext cx="1151830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00/00/00</a:t>
            </a:r>
            <a:endParaRPr lang="en-DK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5E70FB7-60D1-2501-86EA-3747FB1E7E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08778" y="1485036"/>
            <a:ext cx="1228725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00/00/00</a:t>
            </a:r>
            <a:endParaRPr lang="en-DK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B5BFF0DC-0048-C199-2520-B3F2D2636B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81638" y="1477880"/>
            <a:ext cx="5096853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09202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21E329-94E2-464F-BC27-1578964E5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709" y="1476944"/>
            <a:ext cx="5395020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E98A8-820D-4339-A22B-818171C7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902" y="2169045"/>
            <a:ext cx="5399233" cy="349766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552A6-2B01-46FB-B581-B11816688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3308" y="1476944"/>
            <a:ext cx="5399232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6624372-C806-49C7-B5B3-B471FB84E30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25131" y="2156319"/>
            <a:ext cx="5399233" cy="349766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D89E0-F3A1-4CF1-AFB1-A85F6F1ADED0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F769518-4816-46BB-AAED-97648A1C85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Brief Title</a:t>
            </a:r>
            <a:endParaRPr lang="en-GB" noProof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1A8ED9B-8820-4765-4DB8-5F7AFD7615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0727" y="5877045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93485C7-E751-058E-FEEA-0FC348FABF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90787" y="5877045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</p:spTree>
    <p:extLst>
      <p:ext uri="{BB962C8B-B14F-4D97-AF65-F5344CB8AC3E}">
        <p14:creationId xmlns:p14="http://schemas.microsoft.com/office/powerpoint/2010/main" val="1069875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0728" y="133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Inspiration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C96A28-455A-4C90-BCF7-5B370482BEC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501361" y="385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1222174-B5D3-4D67-88FE-E144DEE3FE36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79898" y="133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75E464-D945-4177-98BA-904DEB6B026F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272059" y="385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D4AA6-3618-4C18-98CE-AF5E0C051D1F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C3386FA-7DB2-43A1-98E0-30655E0E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476402" cy="684000"/>
          </a:xfrm>
        </p:spPr>
        <p:txBody>
          <a:bodyPr/>
          <a:lstStyle>
            <a:lvl1pPr algn="l">
              <a:defRPr/>
            </a:lvl1pPr>
          </a:lstStyle>
          <a:p>
            <a:endParaRPr lang="en-GB" noProof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94148ED-D643-7434-805B-0AE695BC57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Inspiration Images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F55FA3-C892-9CCE-745B-A38C45A97F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0727" y="3276527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950E682-2C48-2146-B428-7C3B4F5F9A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90787" y="3276527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2BD88D5-805C-C349-38F2-4F4C05175A3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0727" y="5807076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9322A93-18C3-BC81-6C29-6BDDF147ECC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90787" y="5807076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5" name="Footer Placeholder 793">
            <a:extLst>
              <a:ext uri="{FF2B5EF4-FFF2-40B4-BE49-F238E27FC236}">
                <a16:creationId xmlns:a16="http://schemas.microsoft.com/office/drawing/2014/main" id="{54552382-0022-2AB5-AFA9-38588DF95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794">
            <a:extLst>
              <a:ext uri="{FF2B5EF4-FFF2-40B4-BE49-F238E27FC236}">
                <a16:creationId xmlns:a16="http://schemas.microsoft.com/office/drawing/2014/main" id="{0F1A84CC-E0D1-200F-23BF-D9A077B14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3250" y="6401262"/>
            <a:ext cx="324000" cy="252000"/>
          </a:xfrm>
        </p:spPr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27914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B570AA5-3509-451D-B12B-A9E10E56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043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F02234-7C8F-4633-B506-C760E02ED59B}" type="datetime1">
              <a:rPr lang="en-GB" smtClean="0"/>
              <a:t>15/04/2026</a:t>
            </a:fld>
            <a:endParaRPr lang="en-GB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69E9C0-49A3-408B-8E81-6900AC6C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Powered by Partnership. Driven by Innovation.</a:t>
            </a:r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CFBA96-2B00-4625-85D6-B57F3F14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893047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B3460B1-9651-4644-9926-16AC74391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272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69C8719-04D8-437B-8480-88846041D7D8}" type="datetime1">
              <a:rPr lang="en-GB" smtClean="0"/>
              <a:t>15/04/2026</a:t>
            </a:fld>
            <a:endParaRPr lang="en-GB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6572E9B-310F-483A-81CA-D71C772EA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Powered by Partnership. Driven by Innovation.</a:t>
            </a:r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4C83A1E-9A79-4E4A-BF41-07D0121FB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38726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0C501-BA5B-4C42-84D2-ED731C3B449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2709EFC-79FF-4278-B7BF-8C6DC3CBA19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F7F61A98-A0CF-4246-8434-89A70C039DBF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4085463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8500" y="3706434"/>
            <a:ext cx="6658840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108" y="1695872"/>
            <a:ext cx="665884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10" name="Line">
            <a:extLst>
              <a:ext uri="{FF2B5EF4-FFF2-40B4-BE49-F238E27FC236}">
                <a16:creationId xmlns:a16="http://schemas.microsoft.com/office/drawing/2014/main" id="{D8CEE087-9A4F-4559-B49F-15BAD956173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4498108" y="3524223"/>
            <a:ext cx="4979635" cy="9098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94780-6B39-4373-9056-F2C49D7C47F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39D89-E9C9-42B8-A1D8-1A68B3C475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82765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4000" y="1440000"/>
            <a:ext cx="5400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A2AAC1-2978-4345-9225-1EC875F19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190" y="1440000"/>
            <a:ext cx="5364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C6E3EF12-519C-4F8C-B227-7CD7B702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7B55F-8057-4BB2-A518-54BE16F2E4C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D5CA05A-C91A-444E-8023-2F306324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4D2BB7B-5EC0-4C28-87BE-E6C61AA8A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DFEBCF-C5E6-4CA2-AF84-C68688EA1C04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F55AED-4FEE-4486-BC2C-9EB53B34F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3265479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21E329-94E2-464F-BC27-1578964E5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709" y="1476944"/>
            <a:ext cx="5395020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E98A8-820D-4339-A22B-818171C7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902" y="2169045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552A6-2B01-46FB-B581-B11816688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3308" y="1476944"/>
            <a:ext cx="5399232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6624372-C806-49C7-B5B3-B471FB84E30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25131" y="2156319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B1CD2AD1-449A-4F44-87F3-51D925B6B2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767DBA7-20A7-4623-95E4-EA00CA0C2885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D89E0-F3A1-4CF1-AFB1-A85F6F1ADED0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F769518-4816-46BB-AAED-97648A1C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11638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072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C96A28-455A-4C90-BCF7-5B370482BEC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01361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1222174-B5D3-4D67-88FE-E144DEE3FE36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989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75E464-D945-4177-98BA-904DEB6B026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72059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AD7EF-1A8C-4EB7-A9F7-C86FDD13DB7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513D14D-05E1-4F39-9837-0DB3A920E29C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D4AA6-3618-4C18-98CE-AF5E0C051D1F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C3386FA-7DB2-43A1-98E0-30655E0EF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957773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A7142-9670-4CBD-BEB3-65148FF80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C17-5A81-4E68-AFA1-7AF0113B11AA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60751-3363-4197-86A3-8617F72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28ACE3-F4BC-4BB3-975A-583AAA3E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913B3FC7-D6D7-4BF4-99DD-BC9A30B98F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538" y="137382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401D03FF-D13D-4C52-9038-85AA3D4116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044" y="137844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88F92D5D-4E12-4149-9E4D-0D37D209FA3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99550" y="1373822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06298E8B-9D61-400A-A266-185C187593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0538" y="387191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C0C74D3B-4CBD-43D7-9CCE-25A356BC2E5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01081" y="387653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78FD959B-1ECC-42F1-A025-DE3464026CE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11625" y="386981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A496D1-9393-4C7C-B049-D3456602BC47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33454CA-BC31-487D-B03B-A1C75573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46928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ical 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F94DF-C3B2-4D53-A160-16795F1A79C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ED87E-A5D3-4F5C-95D3-EFDD884115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AC7824-6763-43D7-8EC6-90566B7BA24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881164" y="6392405"/>
            <a:ext cx="2743200" cy="252000"/>
          </a:xfrm>
        </p:spPr>
        <p:txBody>
          <a:bodyPr/>
          <a:lstStyle/>
          <a:p>
            <a:fld id="{A4517208-4246-42AE-B0E3-0B7B97C13A82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156BF3C-C8C1-412F-AE23-C486ECF90669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543793" y="0"/>
            <a:ext cx="1064820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4E97A0-7CE3-4C3A-8865-E44AEC36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2198266" y="3036731"/>
            <a:ext cx="5841220" cy="487756"/>
          </a:xfrm>
        </p:spPr>
        <p:txBody>
          <a:bodyPr lIns="0" rIns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6" name="Line">
            <a:extLst>
              <a:ext uri="{FF2B5EF4-FFF2-40B4-BE49-F238E27FC236}">
                <a16:creationId xmlns:a16="http://schemas.microsoft.com/office/drawing/2014/main" id="{4EBD82E6-20EE-4CF2-BEF3-037F483496F4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 rot="16200000">
            <a:off x="-1320467" y="3665909"/>
            <a:ext cx="4979635" cy="90985"/>
          </a:xfrm>
          <a:prstGeom prst="rect">
            <a:avLst/>
          </a:prstGeom>
        </p:spPr>
      </p:pic>
      <p:pic>
        <p:nvPicPr>
          <p:cNvPr id="56" name="Picture 55" descr="A close up of a sign&#10;&#10;Description automatically generated">
            <a:extLst>
              <a:ext uri="{FF2B5EF4-FFF2-40B4-BE49-F238E27FC236}">
                <a16:creationId xmlns:a16="http://schemas.microsoft.com/office/drawing/2014/main" id="{93845E4D-87FB-4B23-889D-380B14CD7A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2263689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lf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770C3A-2D06-4FDF-834F-E5643820E71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416865" y="2105247"/>
            <a:ext cx="5321935" cy="4091983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0B7C529F-0568-4433-A564-554C8021DE8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6091440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FD861E-2DA5-47BD-BE84-1F17B52117F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037" t="13712" b="-2"/>
          <a:stretch/>
        </p:blipFill>
        <p:spPr>
          <a:xfrm>
            <a:off x="6409879" y="1828799"/>
            <a:ext cx="5325618" cy="77242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184A8EA3-CB45-4C1E-A848-C7029088646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413180" y="613541"/>
            <a:ext cx="4602915" cy="360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68F5D19-11A4-43DD-AD39-E77B45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180" y="990600"/>
            <a:ext cx="5325619" cy="810000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8451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CE2DB39-5B52-49F8-B689-1337FC1C880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3209722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3235F0B-EB72-44E4-9E35-636834A021F1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3600001" y="90000"/>
            <a:ext cx="7236000" cy="324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3D99278-DE55-4541-9B96-52E5BEECB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4304" y="1444855"/>
            <a:ext cx="8089966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FBA568-DF37-45CB-8FA6-B8E666EA538D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0" t="-20662" r="559" b="-11321"/>
          <a:stretch/>
        </p:blipFill>
        <p:spPr>
          <a:xfrm>
            <a:off x="3614302" y="1177925"/>
            <a:ext cx="8113405" cy="853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DAEEF55-887C-41E7-B43D-8D95B514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0" y="432000"/>
            <a:ext cx="7236000" cy="684000"/>
          </a:xfrm>
        </p:spPr>
        <p:txBody>
          <a:bodyPr bIns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527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277D9D6-CED7-4C47-AAB5-1AE3F400A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E5270B-D6DD-4BCC-BC52-B9F71DFFA8AF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E98A9F-8124-43C7-8233-99AEDC8B3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28996E-D6CE-4B7B-9F5D-886F8A5A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598818-8260-420F-A61B-5CF7C150941D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7D305E8-66F3-4D16-8419-45C8980E3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8771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32AC1-29CC-4347-906D-BF83C3A65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F0CA6-3428-432C-811A-AB8E121DDCC7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5081D-0E94-43AA-8C62-3477B97CE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E74EDA-B875-432B-9F43-4636817F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91232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370-9E39-41A2-8549-AB14089F19E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5D11CC8-3D51-4468-8A7A-7287D1752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966A89F-5E6E-4D5E-B85A-E4BC90EC91B0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8" name="Title 5">
            <a:extLst>
              <a:ext uri="{FF2B5EF4-FFF2-40B4-BE49-F238E27FC236}">
                <a16:creationId xmlns:a16="http://schemas.microsoft.com/office/drawing/2014/main" id="{3E60B942-F8AD-4B47-A5DB-BB82A98A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755442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07C0D-6B2B-4BB7-A447-93B318BA61C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C0F0D46-AB2D-4622-B449-2118C6E90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44B17A3-4856-4F26-BDEE-526BE7CA96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subtitle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45A63F-9E96-42B5-A976-4E9FCADCEBBA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6E491AC0-1332-46AE-9FA1-CA0F5C0AB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122963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, 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9D9A6-05CF-4BBD-B356-544CD93E9BCE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23407A2-5FB9-49FA-8FD4-515111883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C32CCE79-3EE6-4CAA-B525-A2EDF02605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2"/>
            <a:ext cx="10368000" cy="326379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Section header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2973F9-7731-4AC1-87AE-23E1427E89B4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59F989B2-8FA5-43E9-9516-49FD5605A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23708"/>
            <a:ext cx="10368000" cy="684000"/>
          </a:xfrm>
        </p:spPr>
        <p:txBody>
          <a:bodyPr tIns="72000" bIns="0" anchor="ctr" anchorCtr="0"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086331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84119E5-C196-A24E-9FB2-AD1DC66305A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DEEC9E-28A9-8C44-9EF4-E5E44299894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0400" y="3168072"/>
            <a:ext cx="3195782" cy="2204641"/>
          </a:xfrm>
          <a:prstGeom prst="rect">
            <a:avLst/>
          </a:prstGeom>
        </p:spPr>
      </p:pic>
      <p:sp>
        <p:nvSpPr>
          <p:cNvPr id="16" name="Text Placeholder 72">
            <a:extLst>
              <a:ext uri="{FF2B5EF4-FFF2-40B4-BE49-F238E27FC236}">
                <a16:creationId xmlns:a16="http://schemas.microsoft.com/office/drawing/2014/main" id="{8603DA45-286D-4E38-8A6D-F1CDB3DA232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8329" y="5691980"/>
            <a:ext cx="4055339" cy="345103"/>
          </a:xfrm>
        </p:spPr>
        <p:txBody>
          <a:bodyPr lIns="0" tIns="36000" rIns="36000" bIns="36000" anchor="ctr"/>
          <a:lstStyle>
            <a:lvl1pPr marL="0" indent="0" algn="ctr">
              <a:buFontTx/>
              <a:buNone/>
              <a:defRPr sz="1200" spc="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www.biomar.com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74853-5F26-4DA8-9D84-AD1F48F7B7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36E75358-67D2-4C25-AB74-9FDEA2F66FF8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4B062B-DE74-4D38-82ED-CD55CB3112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912303-7C13-44FB-987B-24B3E9030D8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0240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png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B9444-F049-495F-92FD-243D51C6F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00" y="1444855"/>
            <a:ext cx="11236270" cy="4752000"/>
          </a:xfrm>
          <a:prstGeom prst="rect">
            <a:avLst/>
          </a:prstGeom>
        </p:spPr>
        <p:txBody>
          <a:bodyPr vert="horz" lIns="91440" tIns="90000" rIns="91440" bIns="3600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43BD8-4B5F-4868-AF87-CF8FCFD62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  <a:prstGeom prst="rect">
            <a:avLst/>
          </a:prstGeom>
        </p:spPr>
        <p:txBody>
          <a:bodyPr vert="horz" lIns="0" tIns="36000" rIns="36000" bIns="36000" rtlCol="0" anchor="ctr" anchorCtr="0">
            <a:normAutofit/>
          </a:bodyPr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3612C-AF42-417D-93FC-3226F8F278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68000" y="6392405"/>
            <a:ext cx="27432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l">
              <a:defRPr sz="1100">
                <a:solidFill>
                  <a:srgbClr val="9D9D9C"/>
                </a:solidFill>
              </a:defRPr>
            </a:lvl1pPr>
          </a:lstStyle>
          <a:p>
            <a:fld id="{7DB5520A-C8F4-4103-87E0-AFC10A98306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3B89E-B8AD-4E37-A47E-70BC88992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87870" y="6409657"/>
            <a:ext cx="41148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r">
              <a:defRPr sz="1100">
                <a:solidFill>
                  <a:srgbClr val="9D9D9C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64C64-28FA-4980-ADCD-834A954E0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3250" y="6401262"/>
            <a:ext cx="324000" cy="252000"/>
          </a:xfrm>
          <a:prstGeom prst="rect">
            <a:avLst/>
          </a:prstGeom>
          <a:blipFill dpi="0"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vert="horz" lIns="36000" tIns="0" rIns="0" bIns="0" rtlCol="0" anchor="ctr"/>
          <a:lstStyle>
            <a:lvl1pPr algn="r">
              <a:defRPr sz="1200" b="1">
                <a:solidFill>
                  <a:schemeClr val="tx2"/>
                </a:solidFill>
              </a:defRPr>
            </a:lvl1pPr>
          </a:lstStyle>
          <a:p>
            <a:fld id="{66F6B9C1-1745-48B0-A8CA-B72E47831159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34" name="Picture 533" descr="A close up of a sign&#10;&#10;Description automatically generated">
            <a:extLst>
              <a:ext uri="{FF2B5EF4-FFF2-40B4-BE49-F238E27FC236}">
                <a16:creationId xmlns:a16="http://schemas.microsoft.com/office/drawing/2014/main" id="{1F8C5BA3-AD8F-4479-9B13-3625AF99EF20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549759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67" r:id="rId4"/>
    <p:sldLayoutId id="2147483668" r:id="rId5"/>
    <p:sldLayoutId id="2147483675" r:id="rId6"/>
    <p:sldLayoutId id="2147483677" r:id="rId7"/>
    <p:sldLayoutId id="2147483676" r:id="rId8"/>
    <p:sldLayoutId id="2147483651" r:id="rId9"/>
    <p:sldLayoutId id="2147483669" r:id="rId10"/>
    <p:sldLayoutId id="2147483665" r:id="rId11"/>
    <p:sldLayoutId id="2147483652" r:id="rId12"/>
    <p:sldLayoutId id="2147483653" r:id="rId13"/>
    <p:sldLayoutId id="2147483664" r:id="rId14"/>
    <p:sldLayoutId id="2147483666" r:id="rId15"/>
    <p:sldLayoutId id="2147483662" r:id="rId16"/>
    <p:sldLayoutId id="2147483663" r:id="rId17"/>
    <p:sldLayoutId id="2147483674" r:id="rId18"/>
    <p:sldLayoutId id="2147483654" r:id="rId19"/>
    <p:sldLayoutId id="2147483655" r:id="rId20"/>
    <p:sldLayoutId id="2147483670" r:id="rId21"/>
    <p:sldLayoutId id="2147483672" r:id="rId22"/>
    <p:sldLayoutId id="2147483673" r:id="rId23"/>
    <p:sldLayoutId id="2147483661" r:id="rId2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1F3E77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simpler, faster way to manage policies — the team stays in control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BioMar Policy Library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F653F-EF38-47C8-B49B-D8DC1E448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868774" y="5513348"/>
            <a:ext cx="4114800" cy="252000"/>
          </a:xfrm>
        </p:spPr>
        <p:txBody>
          <a:bodyPr lIns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t>Powered by Partnership. Driven by Innovation.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4FF7-71E0-4C56-80FA-B9721BCB35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r>
              <a:rPr sz="2400"/>
              <a:t>🧩  </a:t>
            </a:r>
            <a:r>
              <a:rPr sz="1700" b="1">
                <a:solidFill>
                  <a:srgbClr val="1C4076"/>
                </a:solidFill>
              </a:rPr>
              <a:t>Disorganised</a:t>
            </a:r>
          </a:p>
          <a:p>
            <a:r>
              <a:rPr sz="1300">
                <a:solidFill>
                  <a:srgbClr val="6B87A4"/>
                </a:solidFill>
              </a:rPr>
              <a:t>Hard to find the right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r>
              <a:rPr sz="2400"/>
              <a:t>🗂️  </a:t>
            </a:r>
            <a:r>
              <a:rPr sz="1700" b="1">
                <a:solidFill>
                  <a:srgbClr val="1C4076"/>
                </a:solidFill>
              </a:rPr>
              <a:t>5+ versions</a:t>
            </a:r>
          </a:p>
          <a:p>
            <a:r>
              <a:rPr sz="1300">
                <a:solidFill>
                  <a:srgbClr val="6B87A4"/>
                </a:solidFill>
              </a:rPr>
              <a:t>No single source of truth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5" sz="quarter"/>
          </p:nvPr>
        </p:nvSpPr>
        <p:spPr/>
        <p:txBody>
          <a:bodyPr wrap="square"/>
          <a:lstStyle/>
          <a:p>
            <a:r>
              <a:rPr sz="2400"/>
              <a:t>✉️  </a:t>
            </a:r>
            <a:r>
              <a:rPr sz="1700" b="1">
                <a:solidFill>
                  <a:srgbClr val="1C4076"/>
                </a:solidFill>
              </a:rPr>
              <a:t>Email ping-pong</a:t>
            </a:r>
          </a:p>
          <a:p>
            <a:r>
              <a:rPr sz="1300">
                <a:solidFill>
                  <a:srgbClr val="6B87A4"/>
                </a:solidFill>
              </a:rPr>
              <a:t>Requests lost in threads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 wrap="square"/>
          <a:lstStyle/>
          <a:p>
            <a:r>
              <a:rPr sz="2400"/>
              <a:t>❓  </a:t>
            </a:r>
            <a:r>
              <a:rPr sz="1700" b="1">
                <a:solidFill>
                  <a:srgbClr val="1C4076"/>
                </a:solidFill>
              </a:rPr>
              <a:t>No clear process</a:t>
            </a:r>
          </a:p>
          <a:p>
            <a:r>
              <a:rPr sz="1300">
                <a:solidFill>
                  <a:srgbClr val="6B87A4"/>
                </a:solidFill>
              </a:rPr>
              <a:t>Unclear who does what, when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7" sz="quarter"/>
          </p:nvPr>
        </p:nvSpPr>
        <p:spPr/>
        <p:txBody>
          <a:bodyPr wrap="square"/>
          <a:lstStyle/>
          <a:p>
            <a:r>
              <a:rPr sz="2400"/>
              <a:t>🕒  </a:t>
            </a:r>
            <a:r>
              <a:rPr sz="1700" b="1">
                <a:solidFill>
                  <a:srgbClr val="1C4076"/>
                </a:solidFill>
              </a:rPr>
              <a:t>Slow reviews</a:t>
            </a:r>
          </a:p>
          <a:p>
            <a:r>
              <a:rPr sz="1300">
                <a:solidFill>
                  <a:srgbClr val="6B87A4"/>
                </a:solidFill>
              </a:rPr>
              <a:t>Meetings just to align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r>
              <a:rPr sz="2400"/>
              <a:t>⚠️  </a:t>
            </a:r>
            <a:r>
              <a:rPr sz="1700" b="1">
                <a:solidFill>
                  <a:srgbClr val="1C4076"/>
                </a:solidFill>
              </a:rPr>
              <a:t>Errors slip through</a:t>
            </a:r>
          </a:p>
          <a:p>
            <a:r>
              <a:rPr sz="1300">
                <a:solidFill>
                  <a:srgbClr val="6B87A4"/>
                </a:solidFill>
              </a:rPr>
              <a:t>Wrong dates, outdated content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old way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60751-3363-4197-86A3-8617F72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28ACE3-F4BC-4BB3-975A-583AAA3E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sz="2400"/>
              <a:t>📥  </a:t>
            </a:r>
            <a:r>
              <a:rPr sz="1700" b="1">
                <a:solidFill>
                  <a:srgbClr val="1C4076"/>
                </a:solidFill>
              </a:rPr>
              <a:t>1 · Request</a:t>
            </a:r>
          </a:p>
          <a:p>
            <a:r>
              <a:rPr sz="1300">
                <a:solidFill>
                  <a:srgbClr val="6B87A4"/>
                </a:solidFill>
              </a:rPr>
              <a:t>Ask for a change or a new policy — pick the version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/>
          <a:lstStyle/>
          <a:p>
            <a:r>
              <a:rPr sz="2400"/>
              <a:t>✍️  </a:t>
            </a:r>
            <a:r>
              <a:rPr sz="1700" b="1">
                <a:solidFill>
                  <a:srgbClr val="1C4076"/>
                </a:solidFill>
              </a:rPr>
              <a:t>3 · Review</a:t>
            </a:r>
          </a:p>
          <a:p>
            <a:r>
              <a:rPr sz="1300">
                <a:solidFill>
                  <a:srgbClr val="6B87A4"/>
                </a:solidFill>
              </a:rPr>
              <a:t>People highlight, comment and decide — nothing ships without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/>
          <a:lstStyle/>
          <a:p>
            <a:r>
              <a:rPr sz="2400"/>
              <a:t>🎨  </a:t>
            </a:r>
            <a:r>
              <a:rPr sz="1700" b="1">
                <a:solidFill>
                  <a:srgbClr val="1C4076"/>
                </a:solidFill>
              </a:rPr>
              <a:t>2 · Auto-format</a:t>
            </a:r>
          </a:p>
          <a:p>
            <a:r>
              <a:rPr sz="1300">
                <a:solidFill>
                  <a:srgbClr val="6B87A4"/>
                </a:solidFill>
              </a:rPr>
              <a:t>The BioMar template is applied for you, instantly → PDF + editable Word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/>
          <a:lstStyle/>
          <a:p>
            <a:r>
              <a:rPr sz="2400"/>
              <a:t>✅  </a:t>
            </a:r>
            <a:r>
              <a:rPr sz="1700" b="1">
                <a:solidFill>
                  <a:srgbClr val="1C4076"/>
                </a:solidFill>
              </a:rPr>
              <a:t>4 · Approve &amp; publish</a:t>
            </a:r>
          </a:p>
          <a:p>
            <a:r>
              <a:rPr sz="1300">
                <a:solidFill>
                  <a:srgbClr val="6B87A4"/>
                </a:solidFill>
              </a:rPr>
              <a:t>The team approves; the version is published and kept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clear flow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🐌  Before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Hours of manual reformatting</a:t>
            </a:r>
          </a:p>
          <a:p>
            <a:pPr/>
            <a:r>
              <a:t>Versions scattered everywhere</a:t>
            </a:r>
          </a:p>
          <a:p>
            <a:pPr/>
            <a:r>
              <a:t>Status invisible, chased by email</a:t>
            </a:r>
          </a:p>
          <a:p>
            <a:pPr/>
            <a:r>
              <a:t>No reliable history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⚡  After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half"/>
          </p:nvPr>
        </p:nvSpPr>
        <p:spPr/>
        <p:txBody>
          <a:bodyPr/>
          <a:lstStyle/>
          <a:p>
            <a:pPr/>
            <a:r>
              <a:t>Branded PDF + Word in minutes</a:t>
            </a:r>
          </a:p>
          <a:p>
            <a:pPr/>
            <a:r>
              <a:t>One place, one source of truth</a:t>
            </a:r>
          </a:p>
          <a:p>
            <a:pPr/>
            <a:r>
              <a:t>Live status on a dashboard</a:t>
            </a:r>
          </a:p>
          <a:p>
            <a:pPr/>
            <a:r>
              <a:t>Full history: who asked &amp; approved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 →  After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sz="2400"/>
              <a:t>⚡  </a:t>
            </a:r>
            <a:r>
              <a:rPr sz="1700" b="1">
                <a:solidFill>
                  <a:srgbClr val="1C4076"/>
                </a:solidFill>
              </a:rPr>
              <a:t>Minutes, not hours</a:t>
            </a:r>
          </a:p>
          <a:p>
            <a:r>
              <a:rPr sz="1300">
                <a:solidFill>
                  <a:srgbClr val="6B87A4"/>
                </a:solidFill>
              </a:rPr>
              <a:t>Branded documents produced automatically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/>
          <a:lstStyle/>
          <a:p>
            <a:r>
              <a:rPr sz="2400"/>
              <a:t>🙌  </a:t>
            </a:r>
            <a:r>
              <a:rPr sz="1700" b="1">
                <a:solidFill>
                  <a:srgbClr val="1C4076"/>
                </a:solidFill>
              </a:rPr>
              <a:t>Self-service</a:t>
            </a:r>
          </a:p>
          <a:p>
            <a:r>
              <a:rPr sz="1300">
                <a:solidFill>
                  <a:srgbClr val="6B87A4"/>
                </a:solidFill>
              </a:rPr>
              <a:t>Request and track without chasing anyone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/>
          <a:lstStyle/>
          <a:p>
            <a:r>
              <a:rPr sz="2400"/>
              <a:t>📌  </a:t>
            </a:r>
            <a:r>
              <a:rPr sz="1700" b="1">
                <a:solidFill>
                  <a:srgbClr val="1C4076"/>
                </a:solidFill>
              </a:rPr>
              <a:t>One source of truth</a:t>
            </a:r>
          </a:p>
          <a:p>
            <a:r>
              <a:rPr sz="1300">
                <a:solidFill>
                  <a:srgbClr val="6B87A4"/>
                </a:solidFill>
              </a:rPr>
              <a:t>Always the current version, nothing scattered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/>
          <a:lstStyle/>
          <a:p>
            <a:r>
              <a:rPr sz="2400"/>
              <a:t>🛡️  </a:t>
            </a:r>
            <a:r>
              <a:rPr sz="1700" b="1">
                <a:solidFill>
                  <a:srgbClr val="1C4076"/>
                </a:solidFill>
              </a:rPr>
              <a:t>You stay in control</a:t>
            </a:r>
          </a:p>
          <a:p>
            <a:r>
              <a:rPr sz="1300">
                <a:solidFill>
                  <a:srgbClr val="6B87A4"/>
                </a:solidFill>
              </a:rPr>
              <a:t>Every version is reviewed and approved by the team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for you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sz="2400"/>
              <a:t>🔁  </a:t>
            </a:r>
            <a:r>
              <a:rPr sz="1700" b="1">
                <a:solidFill>
                  <a:srgbClr val="1C4076"/>
                </a:solidFill>
              </a:rPr>
              <a:t>One-click approve</a:t>
            </a:r>
          </a:p>
          <a:p>
            <a:r>
              <a:rPr sz="1300">
                <a:solidFill>
                  <a:srgbClr val="6B87A4"/>
                </a:solidFill>
              </a:rPr>
              <a:t>Approve and publish the new version end to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/>
          <a:lstStyle/>
          <a:p>
            <a:r>
              <a:rPr sz="2400"/>
              <a:t>🔔  </a:t>
            </a:r>
            <a:r>
              <a:rPr sz="1700" b="1">
                <a:solidFill>
                  <a:srgbClr val="1C4076"/>
                </a:solidFill>
              </a:rPr>
              <a:t>Gentle reminders</a:t>
            </a:r>
          </a:p>
          <a:p>
            <a:r>
              <a:rPr sz="1300">
                <a:solidFill>
                  <a:srgbClr val="6B87A4"/>
                </a:solidFill>
              </a:rPr>
              <a:t>Nudges when something waits too long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/>
          <a:lstStyle/>
          <a:p>
            <a:r>
              <a:rPr sz="2400"/>
              <a:t>🔍  </a:t>
            </a:r>
            <a:r>
              <a:rPr sz="1700" b="1">
                <a:solidFill>
                  <a:srgbClr val="1C4076"/>
                </a:solidFill>
              </a:rPr>
              <a:t>See the change</a:t>
            </a:r>
          </a:p>
          <a:p>
            <a:r>
              <a:rPr sz="1300">
                <a:solidFill>
                  <a:srgbClr val="6B87A4"/>
                </a:solidFill>
              </a:rPr>
              <a:t>A clear before/after for every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/>
          <a:lstStyle/>
          <a:p>
            <a:r>
              <a:rPr sz="2400"/>
              <a:t>📊  </a:t>
            </a:r>
            <a:r>
              <a:rPr sz="1700" b="1">
                <a:solidFill>
                  <a:srgbClr val="1C4076"/>
                </a:solidFill>
              </a:rPr>
              <a:t>Insight</a:t>
            </a:r>
          </a:p>
          <a:p>
            <a:r>
              <a:rPr sz="1300">
                <a:solidFill>
                  <a:srgbClr val="6B87A4"/>
                </a:solidFill>
              </a:rPr>
              <a:t>Turnaround time, volume and bottlenecks at a glance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Automation does the heavy lifting — people stay in control.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process. One source of truth.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69E9C0-49A3-408B-8E81-6900AC6C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t>Powered by Partnership. Driven by Innovation.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CFBA96-2B00-4625-85D6-B57F3F14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Mar Widescreen Theme">
  <a:themeElements>
    <a:clrScheme name="FINAL BIOMAR">
      <a:dk1>
        <a:srgbClr val="575756"/>
      </a:dk1>
      <a:lt1>
        <a:srgbClr val="FFFFFF"/>
      </a:lt1>
      <a:dk2>
        <a:srgbClr val="1F3E77"/>
      </a:dk2>
      <a:lt2>
        <a:srgbClr val="C3E4EF"/>
      </a:lt2>
      <a:accent1>
        <a:srgbClr val="1F3E77"/>
      </a:accent1>
      <a:accent2>
        <a:srgbClr val="0471AD"/>
      </a:accent2>
      <a:accent3>
        <a:srgbClr val="92CEE8"/>
      </a:accent3>
      <a:accent4>
        <a:srgbClr val="C3E4EF"/>
      </a:accent4>
      <a:accent5>
        <a:srgbClr val="97D130"/>
      </a:accent5>
      <a:accent6>
        <a:srgbClr val="DD6928"/>
      </a:accent6>
      <a:hlink>
        <a:srgbClr val="0471AD"/>
      </a:hlink>
      <a:folHlink>
        <a:srgbClr val="9D9D9D"/>
      </a:folHlink>
    </a:clrScheme>
    <a:fontScheme name="BioMar">
      <a:majorFont>
        <a:latin typeface="Arial"/>
        <a:ea typeface="DengXian"/>
        <a:cs typeface=""/>
      </a:majorFont>
      <a:minorFont>
        <a:latin typeface="Arial"/>
        <a:ea typeface="DengXia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ioMar Widescreen Theme" id="{92214D57-36C9-4CA8-9BD7-E7495E8D887A}" vid="{A7384CF4-1470-44A6-A579-6755108C26B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6cb7051-c7c6-44c0-af61-9813c784cbe1">
      <Terms xmlns="http://schemas.microsoft.com/office/infopath/2007/PartnerControls"/>
    </lcf76f155ced4ddcb4097134ff3c332f>
    <SharedWithUsers xmlns="3cdbaa95-48e7-4af6-ba46-b4955525a9b2">
      <UserInfo>
        <DisplayName>Isidora Silva Chiros</DisplayName>
        <AccountId>135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9F22A88B03891499CA2E030A787E0F8" ma:contentTypeVersion="18" ma:contentTypeDescription="Opret et nyt dokument." ma:contentTypeScope="" ma:versionID="fbfe75c7c472daceaebec51665dd35c4">
  <xsd:schema xmlns:xsd="http://www.w3.org/2001/XMLSchema" xmlns:xs="http://www.w3.org/2001/XMLSchema" xmlns:p="http://schemas.microsoft.com/office/2006/metadata/properties" xmlns:ns2="06cb7051-c7c6-44c0-af61-9813c784cbe1" xmlns:ns3="3cdbaa95-48e7-4af6-ba46-b4955525a9b2" targetNamespace="http://schemas.microsoft.com/office/2006/metadata/properties" ma:root="true" ma:fieldsID="a2d904703cb41415f99027e530e43c82" ns2:_="" ns3:_="">
    <xsd:import namespace="06cb7051-c7c6-44c0-af61-9813c784cbe1"/>
    <xsd:import namespace="3cdbaa95-48e7-4af6-ba46-b4955525a9b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cb7051-c7c6-44c0-af61-9813c784cb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Billedmærker" ma:readOnly="false" ma:fieldId="{5cf76f15-5ced-4ddc-b409-7134ff3c332f}" ma:taxonomyMulti="true" ma:sspId="2967be40-489f-441b-9de2-f3c93b7bd1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dbaa95-48e7-4af6-ba46-b4955525a9b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729C29-A5E4-45A4-8718-0A56CB7C083D}">
  <ds:schemaRefs>
    <ds:schemaRef ds:uri="06cb7051-c7c6-44c0-af61-9813c784cbe1"/>
    <ds:schemaRef ds:uri="3cdbaa95-48e7-4af6-ba46-b4955525a9b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C70E1B1-C89D-4D22-B4EA-D7BD7FDAF6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2FCF16-F21E-43AF-8036-19219EF93808}">
  <ds:schemaRefs>
    <ds:schemaRef ds:uri="06cb7051-c7c6-44c0-af61-9813c784cbe1"/>
    <ds:schemaRef ds:uri="3cdbaa95-48e7-4af6-ba46-b4955525a9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Application>Microsoft Office PowerPoint</Application>
  <PresentationFormat>Widescreen</PresentationFormat>
  <Slides>33</Slides>
  <Notes>23</Notes>
  <HiddenSlides>6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4" baseType="lpstr">
      <vt:lpstr>BioMar Widescreen Theme</vt:lpstr>
      <vt:lpstr>Design Hub</vt:lpstr>
      <vt:lpstr>Challenges</vt:lpstr>
      <vt:lpstr>Process</vt:lpstr>
      <vt:lpstr>Before You Reach Out: What Do You Need?</vt:lpstr>
      <vt:lpstr>Before You Reach Out: What Do You Need?</vt:lpstr>
      <vt:lpstr>Tasks vs Projects</vt:lpstr>
      <vt:lpstr>Deadlines</vt:lpstr>
      <vt:lpstr>Business Value</vt:lpstr>
      <vt:lpstr>Business Value Priority Levels</vt:lpstr>
      <vt:lpstr>InCopy</vt:lpstr>
      <vt:lpstr>What is Adobe InCopy?</vt:lpstr>
      <vt:lpstr>Requirements</vt:lpstr>
      <vt:lpstr>Training</vt:lpstr>
      <vt:lpstr>Courses</vt:lpstr>
      <vt:lpstr>Start to Finish Process</vt:lpstr>
      <vt:lpstr>Design Hub Process</vt:lpstr>
      <vt:lpstr>Design Hub Process</vt:lpstr>
      <vt:lpstr>Submitting Feedback</vt:lpstr>
      <vt:lpstr>Receiving / Submitting Feedback</vt:lpstr>
      <vt:lpstr>File Storage</vt:lpstr>
      <vt:lpstr>Turn around times</vt:lpstr>
      <vt:lpstr>Turn around times</vt:lpstr>
      <vt:lpstr>Yearly Calendar</vt:lpstr>
      <vt:lpstr>When to use what?</vt:lpstr>
      <vt:lpstr>Personal Responsbility</vt:lpstr>
      <vt:lpstr>Personal Responsibility</vt:lpstr>
      <vt:lpstr>PowerPoint Presentation</vt:lpstr>
      <vt:lpstr>Brief Template</vt:lpstr>
      <vt:lpstr>PowerPoint Presentation</vt:lpstr>
      <vt:lpstr>LARVIVA Hatchery Hub Signage</vt:lpstr>
      <vt:lpstr>Trial facilities layout (II)</vt:lpstr>
      <vt:lpstr>Trial facilities layout (III)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Hub</dc:title>
  <dc:creator>Olivia Andrews</dc:creator>
  <cp:revision>1</cp:revision>
  <dcterms:created xsi:type="dcterms:W3CDTF">2023-06-29T07:04:55Z</dcterms:created>
  <dcterms:modified xsi:type="dcterms:W3CDTF">2026-04-15T11:59:37Z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0x010100C9F22A88B03891499CA2E030A787E0F8</vt:lpwstr>
  </property>
  <property fmtid="{D5CDD505-2E9C-101B-9397-08002B2CF9AE}" pid="3" name="MediaServiceImageTags">
    <vt:lpwstr/>
  </property>
</Properties>
</file>