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microsoft.com/office/2015/10/relationships/revisionInfo" Target="revisionInfo.xml"/><Relationship Id="rId4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image" Target="../media/image1.png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AI-assisted process for creating, reviewing and publishing policies — faster, leaner, one source of truth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BioMar Policy Library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managing policies used to be slow, manual and error-prone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reformatting of every policy into the BioMar template</a:t>
            </a:r>
          </a:p>
          <a:p>
            <a:pPr/>
            <a:r>
              <a:t>5+ scattered versions — no single source of truth</a:t>
            </a:r>
          </a:p>
          <a:p>
            <a:pPr/>
            <a:r>
              <a:t>Change requests by email → endless back-and-forth, lost context</a:t>
            </a:r>
          </a:p>
          <a:p>
            <a:pPr/>
            <a:r>
              <a:t>No clear process and no visibility of status</a:t>
            </a:r>
          </a:p>
          <a:p>
            <a:pPr/>
            <a:r>
              <a:t>Slow, unnecessary review meetings</a:t>
            </a:r>
          </a:p>
          <a:p>
            <a:pPr/>
            <a:r>
              <a:t>Errors: dropped content, wrong approval dates, outdated approvers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— the old way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flow, end to end — from request to published version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Process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· Request — a user asks for a change or a new policy (chooses Signed / Unsigned / Both)</a:t>
            </a:r>
          </a:p>
          <a:p>
            <a:pPr/>
            <a:r>
              <a:t>2 · Format — the AI applies the BioMar template automatically → branded PDF + editable Word</a:t>
            </a:r>
          </a:p>
          <a:p>
            <a:pPr/>
            <a:r>
              <a:t>3 · Review — highlight the live PDF, comment and attach files, all in one place</a:t>
            </a:r>
          </a:p>
          <a:p>
            <a:pPr/>
            <a:r>
              <a:t>4 · Notify — the requester is emailed automatically the moment it is ready</a:t>
            </a:r>
          </a:p>
          <a:p>
            <a:pPr/>
            <a:r>
              <a:t>5 · Approve — one click; the previous version is frozen and preserved</a:t>
            </a:r>
          </a:p>
          <a:p>
            <a:pPr/>
            <a:r>
              <a:t>6 · Publish — versioned PDF + Word go live in the library, with full history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end-to-end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Hours of manual reformatting per document</a:t>
            </a:r>
          </a:p>
          <a:p>
            <a:pPr/>
            <a:r>
              <a:t>Versions scattered across inboxes and drives</a:t>
            </a:r>
          </a:p>
          <a:p>
            <a:pPr/>
            <a:r>
              <a:t>Status invisible; chased by email</a:t>
            </a:r>
          </a:p>
          <a:p>
            <a:pPr/>
            <a:r>
              <a:t>No reliable history or audit trail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half"/>
          </p:nvPr>
        </p:nvSpPr>
        <p:spPr/>
        <p:txBody>
          <a:bodyPr/>
          <a:lstStyle/>
          <a:p>
            <a:pPr/>
            <a:r>
              <a:t>Branded PDF + Word generated in minutes</a:t>
            </a:r>
          </a:p>
          <a:p>
            <a:pPr/>
            <a:r>
              <a:t>One repository = single source of truth</a:t>
            </a:r>
          </a:p>
          <a:p>
            <a:pPr/>
            <a:r>
              <a:t>Self-service dashboard with live status</a:t>
            </a:r>
          </a:p>
          <a:p>
            <a:pPr/>
            <a:r>
              <a:t>Full version story: who requested and approved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Cutting waste out of the policy value stream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Benefits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Waiting — automatic notifications replace email chasing</a:t>
            </a:r>
          </a:p>
          <a:p>
            <a:pPr/>
            <a:r>
              <a:t>Over-processing — no manual reformatting; the template is applied once, consistently</a:t>
            </a:r>
          </a:p>
          <a:p>
            <a:pPr/>
            <a:r>
              <a:t>Defects — single source of truth + verified renders + preserved versions</a:t>
            </a:r>
          </a:p>
          <a:p>
            <a:pPr/>
            <a:r>
              <a:t>Inventory — no 5+ parallel drafts; one current version and a clean history</a:t>
            </a:r>
          </a:p>
          <a:p>
            <a:pPr/>
            <a:r>
              <a:t>Motion / Transport — everything in one place (repo + dashboard); no file hunting</a:t>
            </a:r>
          </a:p>
          <a:p>
            <a:pPr/>
            <a:r>
              <a:t>Non-used talent — design &amp; legal focus on content, not layout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Waste eliminated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Value — every step maps to what the requester actually needs</a:t>
            </a:r>
          </a:p>
          <a:p>
            <a:pPr/>
            <a:r>
              <a:t>Value stream — request → format → review → approve → publish, fully visible</a:t>
            </a:r>
          </a:p>
          <a:p>
            <a:pPr/>
            <a:r>
              <a:t>Flow — no hand-offs stuck in inboxes; work moves continuously</a:t>
            </a:r>
          </a:p>
          <a:p>
            <a:pPr/>
            <a:r>
              <a:t>Pull — changes made on demand; requesters notified when ready</a:t>
            </a:r>
          </a:p>
          <a:p>
            <a:pPr/>
            <a:r>
              <a:t>Standardised work — one template, one registry, a written playbook any agent can follow</a:t>
            </a:r>
          </a:p>
          <a:p>
            <a:pPr/>
            <a:r>
              <a:t>Visual management — dashboard status chips, review queue and version history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principles in action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Continuous improvement (Kaizen) — the next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could improve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Approve &amp; auto-mint the new version from one click, end to end</a:t>
            </a:r>
          </a:p>
          <a:p>
            <a:pPr/>
            <a:r>
              <a:t>Show reviewers a before/after diff of the change</a:t>
            </a:r>
          </a:p>
          <a:p>
            <a:pPr/>
            <a:r>
              <a:t>SLA reminders when a request waits too long</a:t>
            </a:r>
          </a:p>
          <a:p>
            <a:pPr/>
            <a:r>
              <a:t>One-click approve directly from the notification email</a:t>
            </a:r>
          </a:p>
          <a:p>
            <a:pPr/>
            <a:r>
              <a:t>Analytics: cycle time per request, volume, bottlenecks</a:t>
            </a:r>
          </a:p>
          <a:p>
            <a:pPr/>
            <a:r>
              <a:t>Integrations (Teams / Slack) and full-text search across all policies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Powered by Partnership. Driven by Innovation.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/>
            <a:r>
              <a:t>One process. One source of truth. Minutes, not hours.</a:t>
            </a:r>
          </a:p>
          <a:p>
            <a:pPr/>
            <a:r>
              <a:t>Powered by Partnership. Driven by Innovation.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t>Powered by Partnership. Driven by Innovation.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